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PIA Global Demand Forecasting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Marketing Analytics Project</a:t>
            </a:r>
          </a:p>
          <a:p/>
          <a:p>
            <a:r>
              <a:t>Prepared by: Basit Ali</a:t>
            </a:r>
          </a:p>
          <a:p>
            <a:r>
              <a:t>Company: Pakistan International Airlines (PIA)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&amp; Business Problem</a:t>
            </a:r>
          </a:p>
          <a:p>
            <a:r>
              <a:t>Dataset Description</a:t>
            </a:r>
          </a:p>
          <a:p>
            <a:r>
              <a:t>Methodology</a:t>
            </a:r>
          </a:p>
          <a:p>
            <a:r>
              <a:t>Machine Learning Models</a:t>
            </a:r>
          </a:p>
          <a:p>
            <a:r>
              <a:t>Results &amp; Forecasts</a:t>
            </a:r>
          </a:p>
          <a:p>
            <a:r>
              <a:t>Business Insights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Pakistan International Airlines (PIA) is the national flag carrier of Pakistan.</a:t>
            </a:r>
          </a:p>
          <a:p>
            <a:r>
              <a:t>Accurate demand forecasting is critical for capacity planning and revenue optimization.</a:t>
            </a:r>
          </a:p>
          <a:p>
            <a:r>
              <a:t>This project applies Machine Learning to forecast demand and financial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yearly data from 2005 to 2023.</a:t>
            </a:r>
          </a:p>
          <a:p>
            <a:r>
              <a:t>Key variables: Passengers, Revenue, Net Profit/Loss, Load Factor.</a:t>
            </a:r>
          </a:p>
          <a:p>
            <a:r>
              <a:t>Data prepared in Excel for analysis and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and feature engineering.</a:t>
            </a:r>
          </a:p>
          <a:p>
            <a:r>
              <a:t>Exploratory Data Analysis (EDA).</a:t>
            </a:r>
          </a:p>
          <a:p>
            <a:r>
              <a:t>Time-series based Machine Learning forecasting.</a:t>
            </a:r>
          </a:p>
          <a:p>
            <a:r>
              <a:t>Model evaluation using RMSE and R².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Polynomial Regression</a:t>
            </a:r>
          </a:p>
          <a:p>
            <a:r>
              <a:t>Random Forest Regression</a:t>
            </a:r>
          </a:p>
          <a:p>
            <a:r>
              <a:t>Time Series Cross-Validation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Forecasts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Passenger demand forecast for next 5 years.</a:t>
            </a:r>
          </a:p>
          <a:p>
            <a:r>
              <a:t>Revenue and profit/loss trends identified.</a:t>
            </a:r>
          </a:p>
          <a:p>
            <a:r>
              <a:t>Load factor improvement patterns observed.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routes based on demand forecasts.</a:t>
            </a:r>
          </a:p>
          <a:p>
            <a:r>
              <a:t>Adjust pricing strategies during peak periods.</a:t>
            </a:r>
          </a:p>
          <a:p>
            <a:r>
              <a:t>Improve load factor through targeted marketing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Prepared by Basit Ali</a:t>
            </a:r>
          </a:p>
          <a:p>
            <a:r>
              <a:t>Marketing Analytics Project (PIA)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